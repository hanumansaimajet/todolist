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Merriweather"/>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regular.fntdata"/><Relationship Id="rId11" Type="http://schemas.openxmlformats.org/officeDocument/2006/relationships/slide" Target="slides/slide6.xml"/><Relationship Id="rId22" Type="http://schemas.openxmlformats.org/officeDocument/2006/relationships/font" Target="fonts/Merriweather-italic.fntdata"/><Relationship Id="rId10" Type="http://schemas.openxmlformats.org/officeDocument/2006/relationships/slide" Target="slides/slide5.xml"/><Relationship Id="rId21" Type="http://schemas.openxmlformats.org/officeDocument/2006/relationships/font" Target="fonts/Merriweather-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6dea80719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6dea80719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6dea807197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6dea807197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6dea807197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6dea807197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dea807197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6dea807197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8d80ac99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8d80ac99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8d80ac99b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8d80ac99b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dea80719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6dea80719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d80ac99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d80ac99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6dea807197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6dea807197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Online To-Do List</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000"/>
              <a:t>Hanuman Sai Majeti</a:t>
            </a:r>
            <a:endParaRPr sz="2000"/>
          </a:p>
          <a:p>
            <a:pPr indent="0" lvl="0" marL="0" rtl="0" algn="l">
              <a:spcBef>
                <a:spcPts val="0"/>
              </a:spcBef>
              <a:spcAft>
                <a:spcPts val="0"/>
              </a:spcAft>
              <a:buNone/>
            </a:pPr>
            <a:r>
              <a:rPr lang="en" sz="2000"/>
              <a:t>200744</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71" name="Google Shape;71;p14"/>
          <p:cNvSpPr txBox="1"/>
          <p:nvPr/>
        </p:nvSpPr>
        <p:spPr>
          <a:xfrm>
            <a:off x="311725" y="2102025"/>
            <a:ext cx="8691600" cy="17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rgbClr val="374151"/>
                </a:solidFill>
                <a:highlight>
                  <a:srgbClr val="F7F7F8"/>
                </a:highlight>
                <a:latin typeface="Roboto"/>
                <a:ea typeface="Roboto"/>
                <a:cs typeface="Roboto"/>
                <a:sym typeface="Roboto"/>
              </a:rPr>
              <a:t>The Basic To-Do List Application is a simple Java application that enables users to manage their tasks efficiently. The application provides functionalities like user registration, login, task management, and task manipulation.</a:t>
            </a:r>
            <a:endParaRPr sz="2200">
              <a:solidFill>
                <a:srgbClr val="374151"/>
              </a:solidFill>
              <a:highlight>
                <a:srgbClr val="F7F7F8"/>
              </a:highlight>
              <a:latin typeface="Roboto"/>
              <a:ea typeface="Roboto"/>
              <a:cs typeface="Roboto"/>
              <a:sym typeface="Roboto"/>
            </a:endParaRPr>
          </a:p>
          <a:p>
            <a:pPr indent="0" lvl="0" marL="0" rtl="0" algn="l">
              <a:spcBef>
                <a:spcPts val="0"/>
              </a:spcBef>
              <a:spcAft>
                <a:spcPts val="0"/>
              </a:spcAft>
              <a:buNone/>
            </a:pPr>
            <a:r>
              <a:t/>
            </a:r>
            <a:endParaRPr sz="2300">
              <a:solidFill>
                <a:srgbClr val="374151"/>
              </a:solidFill>
              <a:highlight>
                <a:srgbClr val="F7F7F8"/>
              </a:highlight>
              <a:latin typeface="Roboto"/>
              <a:ea typeface="Roboto"/>
              <a:cs typeface="Roboto"/>
              <a:sym typeface="Roboto"/>
            </a:endParaRPr>
          </a:p>
          <a:p>
            <a:pPr indent="0" lvl="0" marL="0" rtl="0" algn="l">
              <a:spcBef>
                <a:spcPts val="0"/>
              </a:spcBef>
              <a:spcAft>
                <a:spcPts val="0"/>
              </a:spcAft>
              <a:buNone/>
            </a:pPr>
            <a:r>
              <a:t/>
            </a:r>
            <a:endParaRPr sz="3200">
              <a:solidFill>
                <a:srgbClr val="374151"/>
              </a:solidFill>
              <a:highlight>
                <a:srgbClr val="F7F7F8"/>
              </a:highlight>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Features</a:t>
            </a:r>
            <a:endParaRPr/>
          </a:p>
        </p:txBody>
      </p:sp>
      <p:sp>
        <p:nvSpPr>
          <p:cNvPr id="77" name="Google Shape;77;p15"/>
          <p:cNvSpPr txBox="1"/>
          <p:nvPr/>
        </p:nvSpPr>
        <p:spPr>
          <a:xfrm>
            <a:off x="236525" y="1454900"/>
            <a:ext cx="8658000" cy="3570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Roboto"/>
              <a:buAutoNum type="arabicPeriod"/>
            </a:pPr>
            <a:r>
              <a:rPr b="1" lang="en" sz="1500">
                <a:latin typeface="Roboto"/>
                <a:ea typeface="Roboto"/>
                <a:cs typeface="Roboto"/>
                <a:sym typeface="Roboto"/>
              </a:rPr>
              <a:t>User Registration and Login:</a:t>
            </a:r>
            <a:endParaRPr b="1" sz="1500">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Users can register with unique usernames and passwords.</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Registered users can login successfully using their credentials</a:t>
            </a:r>
            <a:endParaRPr>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a:p>
            <a:pPr indent="-323850" lvl="0" marL="457200" rtl="0" algn="l">
              <a:spcBef>
                <a:spcPts val="0"/>
              </a:spcBef>
              <a:spcAft>
                <a:spcPts val="0"/>
              </a:spcAft>
              <a:buSzPts val="1500"/>
              <a:buFont typeface="Roboto"/>
              <a:buAutoNum type="arabicPeriod"/>
            </a:pPr>
            <a:r>
              <a:rPr b="1" lang="en" sz="1500">
                <a:latin typeface="Roboto"/>
                <a:ea typeface="Roboto"/>
                <a:cs typeface="Roboto"/>
                <a:sym typeface="Roboto"/>
              </a:rPr>
              <a:t>Task Management:</a:t>
            </a:r>
            <a:endParaRPr b="1" sz="1500">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Users can </a:t>
            </a:r>
            <a:r>
              <a:rPr b="1" lang="en">
                <a:latin typeface="Roboto"/>
                <a:ea typeface="Roboto"/>
                <a:cs typeface="Roboto"/>
                <a:sym typeface="Roboto"/>
              </a:rPr>
              <a:t>add tasks</a:t>
            </a:r>
            <a:r>
              <a:rPr lang="en">
                <a:latin typeface="Roboto"/>
                <a:ea typeface="Roboto"/>
                <a:cs typeface="Roboto"/>
                <a:sym typeface="Roboto"/>
              </a:rPr>
              <a:t> to their personal to-do lists.</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Tasks are associated with a description.</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Users can </a:t>
            </a:r>
            <a:r>
              <a:rPr b="1" lang="en">
                <a:latin typeface="Roboto"/>
                <a:ea typeface="Roboto"/>
                <a:cs typeface="Roboto"/>
                <a:sym typeface="Roboto"/>
              </a:rPr>
              <a:t>view</a:t>
            </a:r>
            <a:r>
              <a:rPr lang="en">
                <a:latin typeface="Roboto"/>
                <a:ea typeface="Roboto"/>
                <a:cs typeface="Roboto"/>
                <a:sym typeface="Roboto"/>
              </a:rPr>
              <a:t> their existing tasks.</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Users can </a:t>
            </a:r>
            <a:r>
              <a:rPr b="1" lang="en">
                <a:latin typeface="Roboto"/>
                <a:ea typeface="Roboto"/>
                <a:cs typeface="Roboto"/>
                <a:sym typeface="Roboto"/>
              </a:rPr>
              <a:t>mark tasks</a:t>
            </a:r>
            <a:r>
              <a:rPr lang="en">
                <a:latin typeface="Roboto"/>
                <a:ea typeface="Roboto"/>
                <a:cs typeface="Roboto"/>
                <a:sym typeface="Roboto"/>
              </a:rPr>
              <a:t> as completed or incomplete.</a:t>
            </a:r>
            <a:endParaRPr>
              <a:latin typeface="Roboto"/>
              <a:ea typeface="Roboto"/>
              <a:cs typeface="Roboto"/>
              <a:sym typeface="Roboto"/>
            </a:endParaRPr>
          </a:p>
          <a:p>
            <a:pPr indent="0" lvl="0" marL="457200" rtl="0" algn="l">
              <a:spcBef>
                <a:spcPts val="0"/>
              </a:spcBef>
              <a:spcAft>
                <a:spcPts val="0"/>
              </a:spcAft>
              <a:buNone/>
            </a:pPr>
            <a:r>
              <a:rPr lang="en">
                <a:latin typeface="Roboto"/>
                <a:ea typeface="Roboto"/>
                <a:cs typeface="Roboto"/>
                <a:sym typeface="Roboto"/>
              </a:rPr>
              <a:t>Users can </a:t>
            </a:r>
            <a:r>
              <a:rPr b="1" lang="en">
                <a:latin typeface="Roboto"/>
                <a:ea typeface="Roboto"/>
                <a:cs typeface="Roboto"/>
                <a:sym typeface="Roboto"/>
              </a:rPr>
              <a:t>remove tasks</a:t>
            </a:r>
            <a:r>
              <a:rPr lang="en">
                <a:latin typeface="Roboto"/>
                <a:ea typeface="Roboto"/>
                <a:cs typeface="Roboto"/>
                <a:sym typeface="Roboto"/>
              </a:rPr>
              <a:t> from their lists.</a:t>
            </a:r>
            <a:endParaRPr>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83" name="Google Shape;83;p16"/>
          <p:cNvSpPr txBox="1"/>
          <p:nvPr/>
        </p:nvSpPr>
        <p:spPr>
          <a:xfrm>
            <a:off x="392725" y="1499525"/>
            <a:ext cx="8334600" cy="34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    3. Task Manipulation:</a:t>
            </a:r>
            <a:endParaRPr b="1" sz="1500">
              <a:latin typeface="Roboto"/>
              <a:ea typeface="Roboto"/>
              <a:cs typeface="Roboto"/>
              <a:sym typeface="Roboto"/>
            </a:endParaRPr>
          </a:p>
          <a:p>
            <a:pPr indent="0" lvl="0" marL="0" rtl="0" algn="l">
              <a:spcBef>
                <a:spcPts val="0"/>
              </a:spcBef>
              <a:spcAft>
                <a:spcPts val="0"/>
              </a:spcAft>
              <a:buNone/>
            </a:pPr>
            <a:r>
              <a:rPr b="1" lang="en" sz="1500">
                <a:latin typeface="Roboto"/>
                <a:ea typeface="Roboto"/>
                <a:cs typeface="Roboto"/>
                <a:sym typeface="Roboto"/>
              </a:rPr>
              <a:t>         </a:t>
            </a:r>
            <a:endParaRPr b="1" sz="1500">
              <a:latin typeface="Roboto"/>
              <a:ea typeface="Roboto"/>
              <a:cs typeface="Roboto"/>
              <a:sym typeface="Roboto"/>
            </a:endParaRPr>
          </a:p>
          <a:p>
            <a:pPr indent="0" lvl="0" marL="0" rtl="0" algn="l">
              <a:spcBef>
                <a:spcPts val="0"/>
              </a:spcBef>
              <a:spcAft>
                <a:spcPts val="0"/>
              </a:spcAft>
              <a:buNone/>
            </a:pPr>
            <a:r>
              <a:rPr b="1" lang="en" sz="1500">
                <a:latin typeface="Roboto"/>
                <a:ea typeface="Roboto"/>
                <a:cs typeface="Roboto"/>
                <a:sym typeface="Roboto"/>
              </a:rPr>
              <a:t>         </a:t>
            </a:r>
            <a:r>
              <a:rPr lang="en" sz="1500">
                <a:latin typeface="Roboto"/>
                <a:ea typeface="Roboto"/>
                <a:cs typeface="Roboto"/>
                <a:sym typeface="Roboto"/>
              </a:rPr>
              <a:t>Users can edit tasks that are required to change.</a:t>
            </a:r>
            <a:endParaRPr sz="1500">
              <a:latin typeface="Roboto"/>
              <a:ea typeface="Roboto"/>
              <a:cs typeface="Roboto"/>
              <a:sym typeface="Roboto"/>
            </a:endParaRPr>
          </a:p>
          <a:p>
            <a:pPr indent="0" lvl="0" marL="0" rtl="0" algn="l">
              <a:spcBef>
                <a:spcPts val="0"/>
              </a:spcBef>
              <a:spcAft>
                <a:spcPts val="0"/>
              </a:spcAft>
              <a:buNone/>
            </a:pPr>
            <a:r>
              <a:rPr b="1" lang="en" sz="1500">
                <a:latin typeface="Roboto"/>
                <a:ea typeface="Roboto"/>
                <a:cs typeface="Roboto"/>
                <a:sym typeface="Roboto"/>
              </a:rPr>
              <a:t>         </a:t>
            </a:r>
            <a:r>
              <a:rPr lang="en" sz="1500">
                <a:latin typeface="Roboto"/>
                <a:ea typeface="Roboto"/>
                <a:cs typeface="Roboto"/>
                <a:sym typeface="Roboto"/>
              </a:rPr>
              <a:t>Users can mark tasks as completed to keep track of their progress.</a:t>
            </a:r>
            <a:endParaRPr sz="1500">
              <a:latin typeface="Roboto"/>
              <a:ea typeface="Roboto"/>
              <a:cs typeface="Roboto"/>
              <a:sym typeface="Roboto"/>
            </a:endParaRPr>
          </a:p>
          <a:p>
            <a:pPr indent="0" lvl="0" marL="0" rtl="0" algn="l">
              <a:spcBef>
                <a:spcPts val="0"/>
              </a:spcBef>
              <a:spcAft>
                <a:spcPts val="0"/>
              </a:spcAft>
              <a:buNone/>
            </a:pPr>
            <a:r>
              <a:rPr lang="en" sz="1500">
                <a:latin typeface="Roboto"/>
                <a:ea typeface="Roboto"/>
                <a:cs typeface="Roboto"/>
                <a:sym typeface="Roboto"/>
              </a:rPr>
              <a:t>         Users can remove individual tasks that are no longer needed.</a:t>
            </a:r>
            <a:endParaRPr sz="1500">
              <a:latin typeface="Roboto"/>
              <a:ea typeface="Roboto"/>
              <a:cs typeface="Roboto"/>
              <a:sym typeface="Roboto"/>
            </a:endParaRPr>
          </a:p>
          <a:p>
            <a:pPr indent="0" lvl="0" marL="0" rtl="0" algn="l">
              <a:spcBef>
                <a:spcPts val="0"/>
              </a:spcBef>
              <a:spcAft>
                <a:spcPts val="0"/>
              </a:spcAft>
              <a:buNone/>
            </a:pPr>
            <a:r>
              <a:rPr lang="en" sz="1500">
                <a:latin typeface="Roboto"/>
                <a:ea typeface="Roboto"/>
                <a:cs typeface="Roboto"/>
                <a:sym typeface="Roboto"/>
              </a:rPr>
              <a:t>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 Flow</a:t>
            </a:r>
            <a:endParaRPr/>
          </a:p>
        </p:txBody>
      </p:sp>
      <p:sp>
        <p:nvSpPr>
          <p:cNvPr id="89" name="Google Shape;89;p17"/>
          <p:cNvSpPr txBox="1"/>
          <p:nvPr/>
        </p:nvSpPr>
        <p:spPr>
          <a:xfrm>
            <a:off x="254100" y="1968150"/>
            <a:ext cx="8635800" cy="24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Users can register with a unique username and password.</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Registered users can log in using their credentials.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Upon login, users are presented with a menu to manage their tasks.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Users can add, view, edit, and delete tasks using the menu options.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Completed tasks can be marked as incomplete, and vice versa.</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Users can choose to clear completed tasks or remove all tasks.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rabicPeriod"/>
            </a:pPr>
            <a:r>
              <a:rPr lang="en" sz="1800">
                <a:latin typeface="Roboto"/>
                <a:ea typeface="Roboto"/>
                <a:cs typeface="Roboto"/>
                <a:sym typeface="Roboto"/>
              </a:rPr>
              <a:t>Users can log out and return to the main menu or exit the application.</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 Descriptions</a:t>
            </a:r>
            <a:endParaRPr/>
          </a:p>
        </p:txBody>
      </p:sp>
      <p:sp>
        <p:nvSpPr>
          <p:cNvPr id="95" name="Google Shape;95;p18"/>
          <p:cNvSpPr txBox="1"/>
          <p:nvPr/>
        </p:nvSpPr>
        <p:spPr>
          <a:xfrm>
            <a:off x="267575" y="1501425"/>
            <a:ext cx="8564700" cy="34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ToDoApp Class:</a:t>
            </a:r>
            <a:endParaRPr b="1">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Overview of the main class responsible for user interaction and application flow.</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Description of the main menu options: Register, Login, and Exit.</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UserManager Class:</a:t>
            </a:r>
            <a:endParaRPr b="1">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Explanation of how the class manages user registration and login.</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Description of the registerUser() and loginUser() methods.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TaskManager Class:</a:t>
            </a:r>
            <a:endParaRPr b="1">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Overview of the class managing tasks.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Explanation of methods for adding, removing, editing, and showing tasks.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Description of the methods related to task completion and retrieval.</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nvSpPr>
        <p:spPr>
          <a:xfrm>
            <a:off x="312175" y="1575750"/>
            <a:ext cx="8517900" cy="3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Task Class:</a:t>
            </a:r>
            <a:endParaRPr b="1">
              <a:latin typeface="Roboto"/>
              <a:ea typeface="Roboto"/>
              <a:cs typeface="Roboto"/>
              <a:sym typeface="Roboto"/>
            </a:endParaRPr>
          </a:p>
          <a:p>
            <a:pPr indent="0" lvl="0" marL="0" rtl="0" algn="l">
              <a:spcBef>
                <a:spcPts val="0"/>
              </a:spcBef>
              <a:spcAft>
                <a:spcPts val="0"/>
              </a:spcAft>
              <a:buNone/>
            </a:pPr>
            <a:r>
              <a:t/>
            </a:r>
            <a:endParaRPr b="1">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a:t>
            </a:r>
            <a:r>
              <a:rPr lang="en">
                <a:latin typeface="Roboto"/>
                <a:ea typeface="Roboto"/>
                <a:cs typeface="Roboto"/>
                <a:sym typeface="Roboto"/>
              </a:rPr>
              <a:t>xplanation of the class representing tasks.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Description of attributes: description, priority, and completion status.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Explanation of getter and setter methods.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User Class</a:t>
            </a:r>
            <a:r>
              <a:rPr lang="en">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Description of the class representing users.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Explanation of attributes: username and password.</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Explanation of getter and setter methods.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Testing</a:t>
            </a:r>
            <a:endParaRPr/>
          </a:p>
        </p:txBody>
      </p:sp>
      <p:sp>
        <p:nvSpPr>
          <p:cNvPr id="106" name="Google Shape;106;p20"/>
          <p:cNvSpPr txBox="1"/>
          <p:nvPr/>
        </p:nvSpPr>
        <p:spPr>
          <a:xfrm>
            <a:off x="348100" y="1488375"/>
            <a:ext cx="85689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Testing is a critical aspect of software development to ensure the reliability and functionality of the Basic To-Do List Application.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Unit Testing</a:t>
            </a:r>
            <a:r>
              <a:rPr lang="en">
                <a:latin typeface="Roboto"/>
                <a:ea typeface="Roboto"/>
                <a:cs typeface="Roboto"/>
                <a:sym typeface="Roboto"/>
              </a:rPr>
              <a:t>: Each class, such as the User and Task classes, should be subjected to unit testing. Test cases should cover various scenarios, such as creating users and tasks, modifying task statuses, and checking for correct functionality of methods.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User Input Testing</a:t>
            </a:r>
            <a:r>
              <a:rPr lang="en">
                <a:latin typeface="Roboto"/>
                <a:ea typeface="Roboto"/>
                <a:cs typeface="Roboto"/>
                <a:sym typeface="Roboto"/>
              </a:rPr>
              <a:t>: The application's ability to handle different user inputs should be thoroughly tested. This involves testing for valid and invalid inputs, handling unexpected input types, and preventing potential crashes or errors due to unexpected inputs.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Authentication Testing</a:t>
            </a:r>
            <a:r>
              <a:rPr lang="en">
                <a:latin typeface="Roboto"/>
                <a:ea typeface="Roboto"/>
                <a:cs typeface="Roboto"/>
                <a:sym typeface="Roboto"/>
              </a:rPr>
              <a:t>: The user registration and login process should be rigorously tested for both correct and incorrect inputs. This includes validating username and password formats, testing login with valid and invalid credentials, and verifying that unauthorized users cannot access the system.</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Enhancements</a:t>
            </a:r>
            <a:endParaRPr/>
          </a:p>
        </p:txBody>
      </p:sp>
      <p:sp>
        <p:nvSpPr>
          <p:cNvPr id="112" name="Google Shape;112;p21"/>
          <p:cNvSpPr txBox="1"/>
          <p:nvPr/>
        </p:nvSpPr>
        <p:spPr>
          <a:xfrm>
            <a:off x="282450" y="1471700"/>
            <a:ext cx="8550000" cy="2765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Roboto"/>
              <a:buChar char="●"/>
            </a:pPr>
            <a:r>
              <a:rPr lang="en" sz="2000">
                <a:latin typeface="Roboto"/>
                <a:ea typeface="Roboto"/>
                <a:cs typeface="Roboto"/>
                <a:sym typeface="Roboto"/>
              </a:rPr>
              <a:t>Implement a persistent data storage solution to save user and task data.</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Add more advanced features like task prioritization, due dates, and reminders.</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Improve the user interface and add error handling for better user experience.</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Incorporate multi-user support for sharing tasks among different users.</a:t>
            </a:r>
            <a:endParaRPr sz="2000">
              <a:latin typeface="Roboto"/>
              <a:ea typeface="Roboto"/>
              <a:cs typeface="Roboto"/>
              <a:sym typeface="Roboto"/>
            </a:endParaRPr>
          </a:p>
          <a:p>
            <a:pPr indent="0" lvl="0" marL="457200" rtl="0" algn="l">
              <a:spcBef>
                <a:spcPts val="0"/>
              </a:spcBef>
              <a:spcAft>
                <a:spcPts val="0"/>
              </a:spcAft>
              <a:buNone/>
            </a:pPr>
            <a:r>
              <a:t/>
            </a:r>
            <a:endParaRPr sz="20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18" name="Google Shape;118;p22"/>
          <p:cNvSpPr txBox="1"/>
          <p:nvPr/>
        </p:nvSpPr>
        <p:spPr>
          <a:xfrm>
            <a:off x="381625" y="2269400"/>
            <a:ext cx="84507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Roboto"/>
                <a:ea typeface="Roboto"/>
                <a:cs typeface="Roboto"/>
                <a:sym typeface="Roboto"/>
              </a:rPr>
              <a:t>The Basic To-Do List Application showcases the implementation of key programming concepts in Java to create a functional task management system. This project highlights the significance of class design, user input handling, and basic user authentication in real-world application development.</a:t>
            </a:r>
            <a:endParaRPr sz="21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